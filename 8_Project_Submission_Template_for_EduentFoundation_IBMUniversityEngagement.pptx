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83" r:id="rId2"/>
    <p:sldId id="257" r:id="rId3"/>
    <p:sldId id="282" r:id="rId4"/>
    <p:sldId id="284" r:id="rId5"/>
    <p:sldId id="285" r:id="rId6"/>
    <p:sldId id="281" r:id="rId7"/>
    <p:sldId id="262" r:id="rId8"/>
    <p:sldId id="264" r:id="rId9"/>
    <p:sldId id="278" r:id="rId10"/>
    <p:sldId id="286" r:id="rId11"/>
    <p:sldId id="277" r:id="rId12"/>
    <p:sldId id="280" r:id="rId13"/>
    <p:sldId id="27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D623F-1F3E-4A2E-8A60-9B38BEB591EA}" v="3494" dt="2026-06-13T13:55:57.60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eti navya" userId="7e34db29bbac8f2c" providerId="LiveId" clId="{613856E5-9311-41DD-AA7C-7872A3A54930}"/>
    <pc:docChg chg="custSel delSld modSld">
      <pc:chgData name="todeti navya" userId="7e34db29bbac8f2c" providerId="LiveId" clId="{613856E5-9311-41DD-AA7C-7872A3A54930}" dt="2026-06-13T13:55:57.608" v="3494" actId="255"/>
      <pc:docMkLst>
        <pc:docMk/>
      </pc:docMkLst>
      <pc:sldChg chg="addSp delSp modSp mod">
        <pc:chgData name="todeti navya" userId="7e34db29bbac8f2c" providerId="LiveId" clId="{613856E5-9311-41DD-AA7C-7872A3A54930}" dt="2026-06-13T13:10:14.062" v="159" actId="14100"/>
        <pc:sldMkLst>
          <pc:docMk/>
          <pc:sldMk cId="0" sldId="257"/>
        </pc:sldMkLst>
        <pc:spChg chg="mod">
          <ac:chgData name="todeti navya" userId="7e34db29bbac8f2c" providerId="LiveId" clId="{613856E5-9311-41DD-AA7C-7872A3A54930}" dt="2026-06-13T13:04:42.365" v="148" actId="20577"/>
          <ac:spMkLst>
            <pc:docMk/>
            <pc:sldMk cId="0" sldId="257"/>
            <ac:spMk id="4" creationId="{A828B9EF-C084-F5D4-CA27-75AF7D995640}"/>
          </ac:spMkLst>
        </pc:spChg>
        <pc:spChg chg="mod">
          <ac:chgData name="todeti navya" userId="7e34db29bbac8f2c" providerId="LiveId" clId="{613856E5-9311-41DD-AA7C-7872A3A54930}" dt="2026-06-13T13:03:28.172" v="44" actId="20577"/>
          <ac:spMkLst>
            <pc:docMk/>
            <pc:sldMk cId="0" sldId="257"/>
            <ac:spMk id="7" creationId="{3D723CA3-EC2D-165A-F109-3759C4E9C8A4}"/>
          </ac:spMkLst>
        </pc:spChg>
        <pc:picChg chg="add mod">
          <ac:chgData name="todeti navya" userId="7e34db29bbac8f2c" providerId="LiveId" clId="{613856E5-9311-41DD-AA7C-7872A3A54930}" dt="2026-06-13T13:10:14.062" v="159" actId="14100"/>
          <ac:picMkLst>
            <pc:docMk/>
            <pc:sldMk cId="0" sldId="257"/>
            <ac:picMk id="3" creationId="{318DF893-95F7-3509-168C-DA61A7C2A4D7}"/>
          </ac:picMkLst>
        </pc:picChg>
        <pc:picChg chg="del">
          <ac:chgData name="todeti navya" userId="7e34db29bbac8f2c" providerId="LiveId" clId="{613856E5-9311-41DD-AA7C-7872A3A54930}" dt="2026-06-13T13:04:59.876" v="149" actId="21"/>
          <ac:picMkLst>
            <pc:docMk/>
            <pc:sldMk cId="0" sldId="257"/>
            <ac:picMk id="98" creationId="{00000000-0000-0000-0000-000000000000}"/>
          </ac:picMkLst>
        </pc:picChg>
      </pc:sldChg>
      <pc:sldChg chg="addSp delSp modSp mod">
        <pc:chgData name="todeti navya" userId="7e34db29bbac8f2c" providerId="LiveId" clId="{613856E5-9311-41DD-AA7C-7872A3A54930}" dt="2026-06-13T13:45:18.351" v="1992" actId="20577"/>
        <pc:sldMkLst>
          <pc:docMk/>
          <pc:sldMk cId="0" sldId="262"/>
        </pc:sldMkLst>
        <pc:spChg chg="add mod">
          <ac:chgData name="todeti navya" userId="7e34db29bbac8f2c" providerId="LiveId" clId="{613856E5-9311-41DD-AA7C-7872A3A54930}" dt="2026-06-13T13:45:18.351" v="1992" actId="20577"/>
          <ac:spMkLst>
            <pc:docMk/>
            <pc:sldMk cId="0" sldId="262"/>
            <ac:spMk id="14" creationId="{EEB01B3C-1319-FB71-0F3D-A51649C30BDA}"/>
          </ac:spMkLst>
        </pc:spChg>
        <pc:picChg chg="add del">
          <ac:chgData name="todeti navya" userId="7e34db29bbac8f2c" providerId="LiveId" clId="{613856E5-9311-41DD-AA7C-7872A3A54930}" dt="2026-06-13T13:37:59.170" v="1729" actId="21"/>
          <ac:picMkLst>
            <pc:docMk/>
            <pc:sldMk cId="0" sldId="262"/>
            <ac:picMk id="4" creationId="{750CD83F-470A-AC07-4D03-1BB461A7C967}"/>
          </ac:picMkLst>
        </pc:picChg>
        <pc:picChg chg="add del">
          <ac:chgData name="todeti navya" userId="7e34db29bbac8f2c" providerId="LiveId" clId="{613856E5-9311-41DD-AA7C-7872A3A54930}" dt="2026-06-13T13:38:34.229" v="1733" actId="21"/>
          <ac:picMkLst>
            <pc:docMk/>
            <pc:sldMk cId="0" sldId="262"/>
            <ac:picMk id="6" creationId="{D4E8B5D8-EBA6-BDAA-4063-9CC0782346BD}"/>
          </ac:picMkLst>
        </pc:picChg>
        <pc:picChg chg="add del">
          <ac:chgData name="todeti navya" userId="7e34db29bbac8f2c" providerId="LiveId" clId="{613856E5-9311-41DD-AA7C-7872A3A54930}" dt="2026-06-13T13:38:26.172" v="1732" actId="21"/>
          <ac:picMkLst>
            <pc:docMk/>
            <pc:sldMk cId="0" sldId="262"/>
            <ac:picMk id="8" creationId="{FB52053D-9D8D-31B6-8EE4-5CE616BD0FF5}"/>
          </ac:picMkLst>
        </pc:picChg>
        <pc:picChg chg="add del">
          <ac:chgData name="todeti navya" userId="7e34db29bbac8f2c" providerId="LiveId" clId="{613856E5-9311-41DD-AA7C-7872A3A54930}" dt="2026-06-13T13:38:46.772" v="1735" actId="21"/>
          <ac:picMkLst>
            <pc:docMk/>
            <pc:sldMk cId="0" sldId="262"/>
            <ac:picMk id="10" creationId="{CF009590-0830-5CE3-A1D5-8C48290A0DEB}"/>
          </ac:picMkLst>
        </pc:picChg>
        <pc:picChg chg="add del">
          <ac:chgData name="todeti navya" userId="7e34db29bbac8f2c" providerId="LiveId" clId="{613856E5-9311-41DD-AA7C-7872A3A54930}" dt="2026-06-13T13:43:04.045" v="1737" actId="21"/>
          <ac:picMkLst>
            <pc:docMk/>
            <pc:sldMk cId="0" sldId="262"/>
            <ac:picMk id="12" creationId="{A2DBDAC1-E0FE-4068-E4A4-19921DE9F368}"/>
          </ac:picMkLst>
        </pc:picChg>
        <pc:picChg chg="del">
          <ac:chgData name="todeti navya" userId="7e34db29bbac8f2c" providerId="LiveId" clId="{613856E5-9311-41DD-AA7C-7872A3A54930}" dt="2026-06-13T13:36:49.848" v="1727" actId="21"/>
          <ac:picMkLst>
            <pc:docMk/>
            <pc:sldMk cId="0" sldId="262"/>
            <ac:picMk id="178" creationId="{00000000-0000-0000-0000-000000000000}"/>
          </ac:picMkLst>
        </pc:picChg>
      </pc:sldChg>
      <pc:sldChg chg="modSp mod">
        <pc:chgData name="todeti navya" userId="7e34db29bbac8f2c" providerId="LiveId" clId="{613856E5-9311-41DD-AA7C-7872A3A54930}" dt="2026-06-13T13:47:48.572" v="2394" actId="113"/>
        <pc:sldMkLst>
          <pc:docMk/>
          <pc:sldMk cId="0" sldId="264"/>
        </pc:sldMkLst>
        <pc:spChg chg="mod">
          <ac:chgData name="todeti navya" userId="7e34db29bbac8f2c" providerId="LiveId" clId="{613856E5-9311-41DD-AA7C-7872A3A54930}" dt="2026-06-13T13:47:48.572" v="2394" actId="113"/>
          <ac:spMkLst>
            <pc:docMk/>
            <pc:sldMk cId="0" sldId="264"/>
            <ac:spMk id="3" creationId="{322462E8-EB3A-DA7D-44CB-4E757803A755}"/>
          </ac:spMkLst>
        </pc:spChg>
      </pc:sldChg>
      <pc:sldChg chg="modSp mod">
        <pc:chgData name="todeti navya" userId="7e34db29bbac8f2c" providerId="LiveId" clId="{613856E5-9311-41DD-AA7C-7872A3A54930}" dt="2026-06-13T13:50:45.953" v="2622" actId="20577"/>
        <pc:sldMkLst>
          <pc:docMk/>
          <pc:sldMk cId="3764405840" sldId="278"/>
        </pc:sldMkLst>
        <pc:spChg chg="mod">
          <ac:chgData name="todeti navya" userId="7e34db29bbac8f2c" providerId="LiveId" clId="{613856E5-9311-41DD-AA7C-7872A3A54930}" dt="2026-06-13T13:50:45.953" v="2622" actId="20577"/>
          <ac:spMkLst>
            <pc:docMk/>
            <pc:sldMk cId="3764405840" sldId="278"/>
            <ac:spMk id="3" creationId="{4A7608B5-9906-EFCF-959A-E89FC2E3EE19}"/>
          </ac:spMkLst>
        </pc:spChg>
      </pc:sldChg>
      <pc:sldChg chg="del">
        <pc:chgData name="todeti navya" userId="7e34db29bbac8f2c" providerId="LiveId" clId="{613856E5-9311-41DD-AA7C-7872A3A54930}" dt="2026-06-13T13:19:12.858" v="886" actId="2696"/>
        <pc:sldMkLst>
          <pc:docMk/>
          <pc:sldMk cId="2772501912" sldId="279"/>
        </pc:sldMkLst>
      </pc:sldChg>
      <pc:sldChg chg="modSp mod">
        <pc:chgData name="todeti navya" userId="7e34db29bbac8f2c" providerId="LiveId" clId="{613856E5-9311-41DD-AA7C-7872A3A54930}" dt="2026-06-13T13:55:57.608" v="3494" actId="255"/>
        <pc:sldMkLst>
          <pc:docMk/>
          <pc:sldMk cId="2136706720" sldId="280"/>
        </pc:sldMkLst>
        <pc:spChg chg="mod">
          <ac:chgData name="todeti navya" userId="7e34db29bbac8f2c" providerId="LiveId" clId="{613856E5-9311-41DD-AA7C-7872A3A54930}" dt="2026-06-13T13:55:57.608" v="3494" actId="255"/>
          <ac:spMkLst>
            <pc:docMk/>
            <pc:sldMk cId="2136706720" sldId="280"/>
            <ac:spMk id="279" creationId="{EAFA16CB-0A72-5AC5-69A0-ABF4A752B43F}"/>
          </ac:spMkLst>
        </pc:spChg>
      </pc:sldChg>
      <pc:sldChg chg="modSp mod">
        <pc:chgData name="todeti navya" userId="7e34db29bbac8f2c" providerId="LiveId" clId="{613856E5-9311-41DD-AA7C-7872A3A54930}" dt="2026-06-13T13:31:02.458" v="1726" actId="20577"/>
        <pc:sldMkLst>
          <pc:docMk/>
          <pc:sldMk cId="328526394" sldId="281"/>
        </pc:sldMkLst>
        <pc:spChg chg="mod">
          <ac:chgData name="todeti navya" userId="7e34db29bbac8f2c" providerId="LiveId" clId="{613856E5-9311-41DD-AA7C-7872A3A54930}" dt="2026-06-13T13:31:02.458" v="1726" actId="20577"/>
          <ac:spMkLst>
            <pc:docMk/>
            <pc:sldMk cId="328526394" sldId="281"/>
            <ac:spMk id="2" creationId="{9BB86949-7ED1-C43B-B1E3-5122BB67A596}"/>
          </ac:spMkLst>
        </pc:spChg>
      </pc:sldChg>
      <pc:sldChg chg="modSp mod">
        <pc:chgData name="todeti navya" userId="7e34db29bbac8f2c" providerId="LiveId" clId="{613856E5-9311-41DD-AA7C-7872A3A54930}" dt="2026-06-13T13:15:06.304" v="670" actId="20577"/>
        <pc:sldMkLst>
          <pc:docMk/>
          <pc:sldMk cId="2952584201" sldId="282"/>
        </pc:sldMkLst>
        <pc:spChg chg="mod">
          <ac:chgData name="todeti navya" userId="7e34db29bbac8f2c" providerId="LiveId" clId="{613856E5-9311-41DD-AA7C-7872A3A54930}" dt="2026-06-13T13:15:06.304" v="670" actId="20577"/>
          <ac:spMkLst>
            <pc:docMk/>
            <pc:sldMk cId="2952584201" sldId="282"/>
            <ac:spMk id="2" creationId="{C6F6745E-14BA-0766-CE1E-32E29663832D}"/>
          </ac:spMkLst>
        </pc:spChg>
      </pc:sldChg>
      <pc:sldChg chg="modSp mod">
        <pc:chgData name="todeti navya" userId="7e34db29bbac8f2c" providerId="LiveId" clId="{613856E5-9311-41DD-AA7C-7872A3A54930}" dt="2026-06-13T13:48:15.908" v="2449" actId="20577"/>
        <pc:sldMkLst>
          <pc:docMk/>
          <pc:sldMk cId="4218467252" sldId="284"/>
        </pc:sldMkLst>
        <pc:spChg chg="mod">
          <ac:chgData name="todeti navya" userId="7e34db29bbac8f2c" providerId="LiveId" clId="{613856E5-9311-41DD-AA7C-7872A3A54930}" dt="2026-06-13T13:48:15.908" v="2449" actId="20577"/>
          <ac:spMkLst>
            <pc:docMk/>
            <pc:sldMk cId="4218467252" sldId="284"/>
            <ac:spMk id="2" creationId="{07CFCB91-EF22-EB8C-5B0D-4D46021F0245}"/>
          </ac:spMkLst>
        </pc:spChg>
      </pc:sldChg>
      <pc:sldChg chg="modSp mod">
        <pc:chgData name="todeti navya" userId="7e34db29bbac8f2c" providerId="LiveId" clId="{613856E5-9311-41DD-AA7C-7872A3A54930}" dt="2026-06-13T13:24:33.414" v="1422" actId="20577"/>
        <pc:sldMkLst>
          <pc:docMk/>
          <pc:sldMk cId="2290294991" sldId="285"/>
        </pc:sldMkLst>
        <pc:spChg chg="mod">
          <ac:chgData name="todeti navya" userId="7e34db29bbac8f2c" providerId="LiveId" clId="{613856E5-9311-41DD-AA7C-7872A3A54930}" dt="2026-06-13T13:24:33.414" v="1422" actId="20577"/>
          <ac:spMkLst>
            <pc:docMk/>
            <pc:sldMk cId="2290294991" sldId="285"/>
            <ac:spMk id="2" creationId="{4A1BF701-ABCA-4DF0-8330-B6AF71EF8E39}"/>
          </ac:spMkLst>
        </pc:spChg>
      </pc:sldChg>
      <pc:sldChg chg="modSp mod">
        <pc:chgData name="todeti navya" userId="7e34db29bbac8f2c" providerId="LiveId" clId="{613856E5-9311-41DD-AA7C-7872A3A54930}" dt="2026-06-13T13:53:03.225" v="3085" actId="20577"/>
        <pc:sldMkLst>
          <pc:docMk/>
          <pc:sldMk cId="917964102" sldId="286"/>
        </pc:sldMkLst>
        <pc:spChg chg="mod">
          <ac:chgData name="todeti navya" userId="7e34db29bbac8f2c" providerId="LiveId" clId="{613856E5-9311-41DD-AA7C-7872A3A54930}" dt="2026-06-13T13:53:03.225" v="3085" actId="20577"/>
          <ac:spMkLst>
            <pc:docMk/>
            <pc:sldMk cId="917964102" sldId="286"/>
            <ac:spMk id="3" creationId="{ED65F54F-855A-0DB6-09A6-3212C5F7405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897107072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Domain of  Project – </a:t>
            </a:r>
            <a:r>
              <a:rPr lang="en-US" sz="2400" b="1">
                <a:highlight>
                  <a:srgbClr val="FFFF00"/>
                </a:highlight>
              </a:rPr>
              <a:t>[ TODETI NAVYA , MALLA REDDY COLLEGE OF ENGINEERING FOR WOMEN ]</a:t>
            </a:r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Project Tile – </a:t>
            </a:r>
            <a:r>
              <a:rPr lang="en-US" sz="2400" b="1">
                <a:highlight>
                  <a:srgbClr val="FFFF00"/>
                </a:highlight>
              </a:rPr>
              <a:t>[</a:t>
            </a:r>
            <a:r>
              <a:rPr lang="en-US" sz="2400" b="1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Library AI Agent</a:t>
            </a:r>
            <a:r>
              <a:rPr lang="en-US" sz="2400" b="1">
                <a:highlight>
                  <a:srgbClr val="FFFF00"/>
                </a:highlight>
              </a:rPr>
              <a:t>]</a:t>
            </a:r>
            <a:endParaRPr lang="en-IN" sz="2400" b="1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8DF893-95F7-3509-168C-DA61A7C2A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746" y="3559277"/>
            <a:ext cx="1299855" cy="12081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Problem Statement </a:t>
            </a:r>
            <a:r>
              <a:rPr lang="en-US"/>
              <a:t>– Library AI Agent</a:t>
            </a:r>
          </a:p>
          <a:p>
            <a:r>
              <a:rPr lang="en-US"/>
              <a:t>The Challenge – A Library AI Agent is an intelligent system designed to assist students in finding the right </a:t>
            </a:r>
          </a:p>
          <a:p>
            <a:r>
              <a:rPr lang="en-US"/>
              <a:t>learning materials based on their academic needs. It can autonomously analyze user profiles, study </a:t>
            </a:r>
          </a:p>
          <a:p>
            <a:r>
              <a:rPr lang="en-US"/>
              <a:t>topics, and course syllabi to suggest relevant books and resources.</a:t>
            </a:r>
          </a:p>
          <a:p>
            <a:r>
              <a:rPr lang="en-US"/>
              <a:t>Using natural language processing, it understands student queries and matches them with the most </a:t>
            </a:r>
          </a:p>
          <a:p>
            <a:r>
              <a:rPr lang="en-US"/>
              <a:t>suitable books in the library database.</a:t>
            </a:r>
          </a:p>
          <a:p>
            <a:r>
              <a:rPr lang="en-US"/>
              <a:t>The agent can check real-time book availability, prioritize high-demand titles, and assist with reservation </a:t>
            </a:r>
          </a:p>
          <a:p>
            <a:r>
              <a:rPr lang="en-US"/>
              <a:t>or waitlist actions.</a:t>
            </a:r>
          </a:p>
          <a:p>
            <a:r>
              <a:rPr lang="en-US"/>
              <a:t>It saves time by streamlining the search process and offering personalized recommendations aligned </a:t>
            </a:r>
          </a:p>
          <a:p>
            <a:r>
              <a:rPr lang="en-US"/>
              <a:t>with current academic work.</a:t>
            </a:r>
          </a:p>
          <a:p>
            <a:r>
              <a:rPr lang="en-US"/>
              <a:t>Library AI Agents enhance access, engagement, and resource utilization in educational environments.</a:t>
            </a:r>
          </a:p>
          <a:p>
            <a:r>
              <a:rPr lang="en-US"/>
              <a:t>Technology – Use of IBM Cloud Lite services / IBM Granite is mandatory.</a:t>
            </a:r>
          </a:p>
          <a:p>
            <a:r>
              <a:rPr lang="en-US"/>
              <a:t>Got it, here’s the *short version* for Objectives slide: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IN"/>
          </a:p>
          <a:p>
            <a:pPr fontAlgn="base"/>
            <a:endParaRPr lang="en-IN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/>
              <a:t>Component | Tool/Tech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/>
              <a:t>AI Platform | IBM </a:t>
            </a:r>
            <a:r>
              <a:rPr lang="en-IN" err="1"/>
              <a:t>Watsonx</a:t>
            </a:r>
            <a:r>
              <a:rPr lang="en-IN"/>
              <a:t> Orchestrate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/>
              <a:t>LLM Model| GPT-OSS 120B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/>
              <a:t>Knowledge Base| CSV Library </a:t>
            </a:r>
            <a:r>
              <a:rPr lang="en-IN" err="1"/>
              <a:t>Catalog</a:t>
            </a:r>
            <a:endParaRPr lang="en-IN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/>
              <a:t>Guardrails| </a:t>
            </a:r>
            <a:r>
              <a:rPr lang="en-IN" err="1"/>
              <a:t>Behavior</a:t>
            </a:r>
            <a:r>
              <a:rPr lang="en-IN"/>
              <a:t> + Guidelines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/>
              <a:t>Deployment | </a:t>
            </a:r>
            <a:r>
              <a:rPr lang="en-IN" err="1"/>
              <a:t>Watsonx</a:t>
            </a:r>
            <a:r>
              <a:rPr lang="en-IN"/>
              <a:t> Preview / WhatsApp API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/>
              <a:t>"Built on IBM </a:t>
            </a:r>
            <a:r>
              <a:rPr lang="en-IN" err="1"/>
              <a:t>Watsonx</a:t>
            </a:r>
            <a:r>
              <a:rPr lang="en-IN"/>
              <a:t> using GPT-OSS 120B model. Library CSV acts as knowledge base, and Guidelines prevent fake answers. </a:t>
            </a:r>
          </a:p>
          <a:p>
            <a:pPr fontAlgn="base"/>
            <a:endParaRPr lang="en-IN"/>
          </a:p>
          <a:p>
            <a:pPr fontAlgn="base"/>
            <a:endParaRPr lang="en-US"/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Technology Used 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Data Layer - Knowledge Base</a:t>
            </a:r>
          </a:p>
          <a:p>
            <a:r>
              <a:rPr lang="en-US"/>
              <a:t>- Input: Library catalog in CSV/Excel format </a:t>
            </a:r>
          </a:p>
          <a:p>
            <a:r>
              <a:rPr lang="en-US"/>
              <a:t>- Columns: `BookID, Title, Author, </a:t>
            </a:r>
            <a:r>
              <a:rPr lang="en-US" err="1"/>
              <a:t>RackNo</a:t>
            </a:r>
            <a:r>
              <a:rPr lang="en-US"/>
              <a:t>, Floor, Status, Edition`</a:t>
            </a:r>
          </a:p>
          <a:p>
            <a:r>
              <a:rPr lang="en-US"/>
              <a:t>- Upload: Added to </a:t>
            </a:r>
            <a:r>
              <a:rPr lang="en-US" err="1"/>
              <a:t>Watsonx</a:t>
            </a:r>
            <a:r>
              <a:rPr lang="en-US"/>
              <a:t> Orchestrate via `Knowledge` → `Upload files`</a:t>
            </a:r>
          </a:p>
          <a:p>
            <a:r>
              <a:rPr lang="en-US"/>
              <a:t>- Update: Librarian can re-upload CSV when new books arrive. No code change needed</a:t>
            </a:r>
          </a:p>
          <a:p>
            <a:r>
              <a:rPr lang="en-US"/>
              <a:t>2. AI Brain - Agent Configuration</a:t>
            </a:r>
          </a:p>
          <a:p>
            <a:r>
              <a:rPr lang="en-US"/>
              <a:t>- LLM: IBM GPT-OSS 120B model for natural language understanding</a:t>
            </a:r>
          </a:p>
          <a:p>
            <a:r>
              <a:rPr lang="en-US"/>
              <a:t>- Behavior: Set as "Helpful librarian. Only use uploaded catalog. Be concise."</a:t>
            </a:r>
          </a:p>
          <a:p>
            <a:r>
              <a:rPr lang="en-US"/>
              <a:t>- Guidelines/Guardrails:</a:t>
            </a:r>
          </a:p>
          <a:p>
            <a:r>
              <a:rPr lang="en-US"/>
              <a:t> 1. `No Fake Data`: If book not in CSV, don’t invent rack number. Say "Not found"</a:t>
            </a:r>
          </a:p>
          <a:p>
            <a:r>
              <a:rPr lang="en-US"/>
              <a:t> 2. `Topic Restriction`: If asked non-library question, redirect to library topics</a:t>
            </a:r>
          </a:p>
          <a:p>
            <a:r>
              <a:rPr lang="en-US"/>
              <a:t>3. Search &amp; Retrieval Logic</a:t>
            </a:r>
          </a:p>
          <a:p>
            <a:r>
              <a:rPr lang="en-US"/>
              <a:t>- User Query → "Find Operating Systems by Silberschatz"</a:t>
            </a:r>
          </a:p>
          <a:p>
            <a:r>
              <a:rPr lang="en-US"/>
              <a:t>- Agent Action: Performs semantic search in uploaded CSV knowledge base</a:t>
            </a:r>
          </a:p>
          <a:p>
            <a:r>
              <a:rPr lang="en-US"/>
              <a:t>- Matching: Finds exact/partial match on Title + Author fields</a:t>
            </a:r>
          </a:p>
          <a:p>
            <a:r>
              <a:rPr lang="en-US"/>
              <a:t>- Response Format: Structured output → `Title | Author | Rack No: C-08 | Floor: 2nd | Status: Available`</a:t>
            </a:r>
          </a:p>
          <a:p>
            <a:r>
              <a:rPr lang="en-US"/>
              <a:t>4. Output + Error Handling</a:t>
            </a:r>
          </a:p>
          <a:p>
            <a:r>
              <a:rPr lang="en-US"/>
              <a:t>- Success: Book found → Return all details in 1 message</a:t>
            </a:r>
          </a:p>
          <a:p>
            <a:r>
              <a:rPr lang="en-US"/>
              <a:t>- Book Issued: `Status: Issued. Due: 18 May 2026`</a:t>
            </a:r>
          </a:p>
          <a:p>
            <a:r>
              <a:rPr lang="en-US"/>
              <a:t>- Not Found: `I couldn't find this book in our catalog. Please check with librarian at counter`</a:t>
            </a:r>
          </a:p>
          <a:p>
            <a:r>
              <a:rPr lang="en-US"/>
              <a:t>- Off-topic: `I can only help with library questions like books and timings`</a:t>
            </a:r>
          </a:p>
          <a:p>
            <a:r>
              <a:rPr lang="en-US"/>
              <a:t>5. Deployment Options</a:t>
            </a:r>
          </a:p>
          <a:p>
            <a:r>
              <a:rPr lang="en-US"/>
              <a:t>- Phase 1: </a:t>
            </a:r>
            <a:r>
              <a:rPr lang="en-US" err="1"/>
              <a:t>Watsonx</a:t>
            </a:r>
            <a:r>
              <a:rPr lang="en-US"/>
              <a:t> `Preview` link for college demo/testing</a:t>
            </a:r>
          </a:p>
          <a:p>
            <a:r>
              <a:rPr lang="en-US"/>
              <a:t>- Phase 2: WhatsApp integration via Twilio API for student access</a:t>
            </a:r>
          </a:p>
          <a:p>
            <a:r>
              <a:rPr lang="en-US"/>
              <a:t>- Phase 3: Future → Connect to real Library Management DB instead of CSV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err="1">
                <a:sym typeface="Times New Roman"/>
              </a:rPr>
              <a:t>Langflow</a:t>
            </a: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>
                <a:sym typeface="Times New Roman"/>
              </a:rPr>
              <a:t>component Used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</a:t>
            </a:r>
            <a:r>
              <a:rPr lang="en-US" b="1" err="1"/>
              <a:t>Watsonx</a:t>
            </a:r>
            <a:r>
              <a:rPr lang="en-US" b="1"/>
              <a:t> Orchestrate Components Used</a:t>
            </a:r>
            <a:endParaRPr lang="en-US"/>
          </a:p>
          <a:p>
            <a:r>
              <a:rPr lang="en-US"/>
              <a:t>Component | Purpose in Our Project</a:t>
            </a:r>
          </a:p>
          <a:p>
            <a:r>
              <a:rPr lang="en-US"/>
              <a:t>1. Agent Builder | Created the "Library Assistant" agent + gave it name, description, instructions</a:t>
            </a:r>
          </a:p>
          <a:p>
            <a:r>
              <a:rPr lang="en-US"/>
              <a:t>2. LLM - GPT-OSS 120B | AI brain that understands student queries like "Find C book by </a:t>
            </a:r>
            <a:r>
              <a:rPr lang="en-US" err="1"/>
              <a:t>Balagurusamy</a:t>
            </a:r>
            <a:r>
              <a:rPr lang="en-US"/>
              <a:t>"</a:t>
            </a:r>
          </a:p>
          <a:p>
            <a:r>
              <a:rPr lang="en-US"/>
              <a:t>3. Knowledge Base | Uploaded library CSV. Agent searches this instead of internet to avoid fake data</a:t>
            </a:r>
          </a:p>
          <a:p>
            <a:r>
              <a:rPr lang="en-US"/>
              <a:t>4. Behavior/Instructions| Prompt: "You are a librarian. Only answer from catalog. Be short &amp; accurate"</a:t>
            </a:r>
          </a:p>
          <a:p>
            <a:r>
              <a:rPr lang="en-US"/>
              <a:t>5. Guidelines | 2 Guardrails: `No Hallucination` + `Library Topic Only` to control responses</a:t>
            </a:r>
          </a:p>
          <a:p>
            <a:r>
              <a:rPr lang="en-US"/>
              <a:t>6. Preview Mode | Tested agent with real student queries before deployment. No API key needed</a:t>
            </a:r>
          </a:p>
          <a:p>
            <a:r>
              <a:rPr lang="en-US"/>
              <a:t>How they connect:</a:t>
            </a:r>
          </a:p>
          <a:p>
            <a:r>
              <a:rPr lang="en-US"/>
              <a:t>`Agent Builder` → Sets Behavior → Uses `LLM` → Searches `Knowledge Base` → `Guidelines` filter output → Shows result in `Preview`</a:t>
            </a:r>
          </a:p>
          <a:p>
            <a:endParaRPr lang="en-US"/>
          </a:p>
          <a:p>
            <a:r>
              <a:rPr lang="en-US"/>
              <a:t>1-line explanation for speaking:</a:t>
            </a:r>
          </a:p>
          <a:p>
            <a:r>
              <a:rPr lang="en-US"/>
              <a:t>"We used 6 main </a:t>
            </a:r>
            <a:r>
              <a:rPr lang="en-US" err="1"/>
              <a:t>Watsonx</a:t>
            </a:r>
            <a:r>
              <a:rPr lang="en-US"/>
              <a:t> components. Key is Knowledge Base + Guidelines - they make sure agent gives only real book data from our CSV, no fake answers."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B01B3C-1319-FB71-0F3D-A51649C30BDA}"/>
              </a:ext>
            </a:extLst>
          </p:cNvPr>
          <p:cNvSpPr txBox="1"/>
          <p:nvPr/>
        </p:nvSpPr>
        <p:spPr>
          <a:xfrm>
            <a:off x="616248" y="771747"/>
            <a:ext cx="1066135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System Architecture</a:t>
            </a:r>
          </a:p>
          <a:p>
            <a:endParaRPr lang="en-IN"/>
          </a:p>
          <a:p>
            <a:r>
              <a:rPr lang="en-IN"/>
              <a:t>Flow Diagram - Keep it simple:</a:t>
            </a:r>
          </a:p>
          <a:p>
            <a:r>
              <a:rPr lang="en-IN"/>
              <a:t>[Student/WhatsApp] </a:t>
            </a:r>
          </a:p>
          <a:p>
            <a:r>
              <a:rPr lang="en-IN"/>
              <a:t>       ↓ Asks: "Find Python book"</a:t>
            </a:r>
          </a:p>
          <a:p>
            <a:r>
              <a:rPr lang="en-IN"/>
              <a:t>[</a:t>
            </a:r>
            <a:r>
              <a:rPr lang="en-IN" err="1"/>
              <a:t>Watsonx</a:t>
            </a:r>
            <a:r>
              <a:rPr lang="en-IN"/>
              <a:t> AI Agent + GPT-OSS 120B]</a:t>
            </a:r>
          </a:p>
          <a:p>
            <a:r>
              <a:rPr lang="en-IN"/>
              <a:t>       ↓ Searches </a:t>
            </a:r>
          </a:p>
          <a:p>
            <a:r>
              <a:rPr lang="en-IN"/>
              <a:t>[Library CSV Knowledge Base]</a:t>
            </a:r>
          </a:p>
          <a:p>
            <a:r>
              <a:rPr lang="en-IN"/>
              <a:t>       ↓ Matches Title/Author/Rack</a:t>
            </a:r>
          </a:p>
          <a:p>
            <a:r>
              <a:rPr lang="en-IN"/>
              <a:t>[Agent Response]</a:t>
            </a:r>
          </a:p>
          <a:p>
            <a:r>
              <a:rPr lang="en-IN"/>
              <a:t>       ↓ Returns: Title | Rack No: B-05 | Status: Available</a:t>
            </a:r>
          </a:p>
          <a:p>
            <a:r>
              <a:rPr lang="en-IN"/>
              <a:t>[Student gets answer in 3 sec]</a:t>
            </a:r>
          </a:p>
          <a:p>
            <a:r>
              <a:rPr lang="en-IN"/>
              <a:t>3 Key Components:</a:t>
            </a:r>
          </a:p>
          <a:p>
            <a:r>
              <a:rPr lang="en-IN"/>
              <a:t>1. Input Layer: Student query via </a:t>
            </a:r>
            <a:r>
              <a:rPr lang="en-IN" err="1"/>
              <a:t>Watsonx</a:t>
            </a:r>
            <a:r>
              <a:rPr lang="en-IN"/>
              <a:t> Preview/WhatsApp</a:t>
            </a:r>
          </a:p>
          <a:p>
            <a:r>
              <a:rPr lang="en-IN"/>
              <a:t>2. Processing Layer: AI Agent + Guidelines + LLM search CSV data  </a:t>
            </a:r>
          </a:p>
          <a:p>
            <a:r>
              <a:rPr lang="en-IN"/>
              <a:t>3. Output Layer: Book details + Rack No + Availability status</a:t>
            </a:r>
          </a:p>
          <a:p>
            <a:endParaRPr lang="en-IN"/>
          </a:p>
          <a:p>
            <a:r>
              <a:rPr lang="en-IN"/>
              <a:t>1-line explanation for speaking: </a:t>
            </a:r>
          </a:p>
          <a:p>
            <a:r>
              <a:rPr lang="en-IN"/>
              <a:t>"Student asks in chat → Agent searches uploaded CSV → Returns exact book location. No database or coding needed."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Role of Agentic AI in Nutrition Agent</a:t>
            </a:r>
          </a:p>
          <a:p>
            <a:r>
              <a:rPr lang="en-US"/>
              <a:t>1. Smart Catalog Assistant</a:t>
            </a:r>
          </a:p>
          <a:p>
            <a:r>
              <a:rPr lang="en-US"/>
              <a:t>Finds books by Title/Author and instantly gives Rack No + Floor. No more walking aisle to aisle.</a:t>
            </a:r>
          </a:p>
          <a:p>
            <a:r>
              <a:rPr lang="en-US"/>
              <a:t>2. 24/7 Availability</a:t>
            </a:r>
          </a:p>
          <a:p>
            <a:r>
              <a:rPr lang="en-US"/>
              <a:t>Answers student queries even after library closes. Works nights, weekends, holidays.</a:t>
            </a:r>
          </a:p>
          <a:p>
            <a:r>
              <a:rPr lang="en-US"/>
              <a:t>3. Reduces Staff Workload</a:t>
            </a:r>
          </a:p>
          <a:p>
            <a:r>
              <a:rPr lang="en-US"/>
              <a:t>Handles 80% of repetitive questions: "Where is X book?", "Is it available?", "Library timings?" Librarians focus on real issues.</a:t>
            </a:r>
          </a:p>
          <a:p>
            <a:r>
              <a:rPr lang="en-US"/>
              <a:t>4. Zero Hallucination </a:t>
            </a:r>
          </a:p>
          <a:p>
            <a:r>
              <a:rPr lang="en-US"/>
              <a:t>Uses Guidelines + CSV Knowledge Base. If book not in catalog → says "Not found" instead of making up rack numbers.</a:t>
            </a:r>
          </a:p>
          <a:p>
            <a:r>
              <a:rPr lang="en-US"/>
              <a:t>5. Multilingual Help </a:t>
            </a:r>
          </a:p>
          <a:p>
            <a:r>
              <a:rPr lang="en-US"/>
              <a:t>Students can ask in English/Hindi/Telugu. Agent understands and replies in same language.</a:t>
            </a:r>
          </a:p>
          <a:p>
            <a:r>
              <a:rPr lang="en-US"/>
              <a:t>6. Real-time Status</a:t>
            </a:r>
          </a:p>
          <a:p>
            <a:r>
              <a:rPr lang="en-US"/>
              <a:t>Shows if book is `Available` or `Issued`. If issued, can tell due date from CSV.</a:t>
            </a:r>
          </a:p>
          <a:p>
            <a:endParaRPr lang="en-US"/>
          </a:p>
          <a:p>
            <a:endParaRPr lang="en-US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 </a:t>
            </a:r>
            <a:r>
              <a:rPr lang="en-IN" b="1"/>
              <a:t>Technology Used</a:t>
            </a:r>
          </a:p>
          <a:p>
            <a:r>
              <a:rPr lang="en-IN"/>
              <a:t>Component| Tool/Tech</a:t>
            </a:r>
          </a:p>
          <a:p>
            <a:r>
              <a:rPr lang="en-IN"/>
              <a:t>AI Platform | IBM </a:t>
            </a:r>
            <a:r>
              <a:rPr lang="en-IN" err="1"/>
              <a:t>Watsonx</a:t>
            </a:r>
            <a:r>
              <a:rPr lang="en-IN"/>
              <a:t> Orchestrate</a:t>
            </a:r>
          </a:p>
          <a:p>
            <a:r>
              <a:rPr lang="en-IN"/>
              <a:t>LLM Model| GPT-OSS 120B</a:t>
            </a:r>
          </a:p>
          <a:p>
            <a:r>
              <a:rPr lang="en-IN"/>
              <a:t>Knowledge Base | CSV Library </a:t>
            </a:r>
            <a:r>
              <a:rPr lang="en-IN" err="1"/>
              <a:t>Catalog</a:t>
            </a:r>
            <a:endParaRPr lang="en-IN"/>
          </a:p>
          <a:p>
            <a:r>
              <a:rPr lang="en-IN"/>
              <a:t>Guardrails | </a:t>
            </a:r>
            <a:r>
              <a:rPr lang="en-IN" err="1"/>
              <a:t>Behavior</a:t>
            </a:r>
            <a:r>
              <a:rPr lang="en-IN"/>
              <a:t> + Guidelines</a:t>
            </a:r>
          </a:p>
          <a:p>
            <a:r>
              <a:rPr lang="en-IN"/>
              <a:t>Deployment | </a:t>
            </a:r>
            <a:r>
              <a:rPr lang="en-IN" err="1"/>
              <a:t>Watsonx</a:t>
            </a:r>
            <a:r>
              <a:rPr lang="en-IN"/>
              <a:t> Preview / WhatsApp API</a:t>
            </a:r>
          </a:p>
          <a:p>
            <a:r>
              <a:rPr lang="en-IN"/>
              <a:t>1-line explanation for speaking:</a:t>
            </a:r>
          </a:p>
          <a:p>
            <a:r>
              <a:rPr lang="en-IN"/>
              <a:t>"Built on IBM </a:t>
            </a:r>
            <a:r>
              <a:rPr lang="en-IN" err="1"/>
              <a:t>Watsonx</a:t>
            </a:r>
            <a:r>
              <a:rPr lang="en-IN"/>
              <a:t> using GPT-OSS 120B model. Library CSV acts as knowledge base, and Guidelines prevent fake answers. Tested in Preview, deployable on WhatsApp."</a:t>
            </a:r>
          </a:p>
          <a:p>
            <a:endParaRPr lang="en-IN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1. Zero-Code Solution</a:t>
            </a:r>
          </a:p>
          <a:p>
            <a:r>
              <a:rPr lang="en-US"/>
              <a:t>Traditional systems need developers + database. Our agent is built with </a:t>
            </a:r>
            <a:r>
              <a:rPr lang="en-US" err="1"/>
              <a:t>Watsonx</a:t>
            </a:r>
            <a:r>
              <a:rPr lang="en-US"/>
              <a:t> drag-drop + CSV upload. Librarian can update books without coding.</a:t>
            </a:r>
          </a:p>
          <a:p>
            <a:r>
              <a:rPr lang="en-US"/>
              <a:t>2. No Hallucination Guarantee  </a:t>
            </a:r>
          </a:p>
          <a:p>
            <a:r>
              <a:rPr lang="en-US"/>
              <a:t>Most chatbots use internet + guess answers. Our agent uses `Guidelines` + `CSV Knowledge Base` only. If book not in catalog → it admits "Not found". 100% accurate data.</a:t>
            </a:r>
          </a:p>
          <a:p>
            <a:r>
              <a:rPr lang="en-US"/>
              <a:t>3. College-Specific Customization </a:t>
            </a:r>
          </a:p>
          <a:p>
            <a:r>
              <a:rPr lang="en-US"/>
              <a:t>Not a generic chatbot. Trained only on YOUR library’s catalog + rack layout. Knows exact Rack No: A-12, Floor: 2nd for your books.</a:t>
            </a:r>
          </a:p>
          <a:p>
            <a:r>
              <a:rPr lang="en-US"/>
              <a:t>4. Instant Deployment  </a:t>
            </a:r>
          </a:p>
          <a:p>
            <a:r>
              <a:rPr lang="en-US"/>
              <a:t>Built in 1 day using </a:t>
            </a:r>
            <a:r>
              <a:rPr lang="en-US" err="1"/>
              <a:t>Watsonx</a:t>
            </a:r>
            <a:r>
              <a:rPr lang="en-US"/>
              <a:t> Preview. No servers, no database setup. Works on WhatsApp instantly via API.</a:t>
            </a:r>
          </a:p>
          <a:p>
            <a:r>
              <a:rPr lang="en-US"/>
              <a:t>5. Cost-Effective </a:t>
            </a:r>
          </a:p>
          <a:p>
            <a:r>
              <a:rPr lang="en-US"/>
              <a:t>No extra software license. Uses free </a:t>
            </a:r>
            <a:r>
              <a:rPr lang="en-US" err="1"/>
              <a:t>Watsonx</a:t>
            </a:r>
            <a:r>
              <a:rPr lang="en-US"/>
              <a:t> trial + CSV. Small colleges can afford it vs full Library Management Software.</a:t>
            </a:r>
          </a:p>
          <a:p>
            <a:r>
              <a:rPr lang="en-US"/>
              <a:t>6. Future-Ready Architecture</a:t>
            </a:r>
          </a:p>
          <a:p>
            <a:r>
              <a:rPr lang="en-US"/>
              <a:t>Today: CSV. Tomorrow: Connect same agent to real Library DB/ERP without changing logic. Scalable.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en-US" sz="185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570271" y="1221715"/>
            <a:ext cx="1097280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1. Live Library DB Integration 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Replace CSV with real Library Management Software like Koha/</a:t>
            </a:r>
            <a:r>
              <a:rPr lang="en-US" err="1">
                <a:latin typeface="Times New Roman"/>
                <a:ea typeface="Times New Roman"/>
                <a:cs typeface="Times New Roman"/>
                <a:sym typeface="Times New Roman"/>
              </a:rPr>
              <a:t>NewGenLib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. Agent gets live `Available/Issued` status automatically.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 Book Reservation + Renewal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Students ask: "Reserve Data Structures book" or "Renew my book". Agent integrates with library ERP to block book for them.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 Multilingual Voice Bot 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 speech-to-text + text-to-speech. Students speak in Telugu/Hindi → Agent replies in voice. Helpful for visually impaired.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4. Due Date Reminders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Agent connects to student WhatsApp. Auto-sends: "Your book 'C Programming' is due tomorrow. Please return/renew."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5. Library Analytics Dashboard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Track most searched books, peak query times, unavailable books. Helps librarian decide which books to buy more copies of.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6. Campus-Wide Expansion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Same agent logic can work for: Lab equipment booking, College bus timings, Canteen menu, Placement cell FAQs.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revision>1</cp:revision>
  <dcterms:created xsi:type="dcterms:W3CDTF">2025-07-08T05:06:56Z</dcterms:created>
  <dcterms:modified xsi:type="dcterms:W3CDTF">2026-06-13T13:56:26Z</dcterms:modified>
</cp:coreProperties>
</file>